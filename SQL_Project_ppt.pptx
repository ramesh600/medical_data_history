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9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8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806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796027F-7875-4030-9381-8BD8C4F21935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89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9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8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2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49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29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7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8055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AD347D-5ACD-4C99-B74B-A9C85AD731AF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3790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AD347D-5ACD-4C99-B74B-A9C85AD731AF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365566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AD347D-5ACD-4C99-B74B-A9C85AD731AF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40470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6921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46268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42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09A250-FF31-4206-8172-F9D3106AACB1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61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401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thirisha06@gmail.com" TargetMode="External"/><Relationship Id="rId2" Type="http://schemas.openxmlformats.org/officeDocument/2006/relationships/hyperlink" Target="mailto:hemanathr07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nadhiyak45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C6872-7929-4373-A00F-ECA48C22F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9057" y="1520792"/>
            <a:ext cx="7084195" cy="361138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        :  PTID-CDA-NOV-25-893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  : 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PRSQ-01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:  RAMESH KUMAR V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MONIKA RAMESH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MIDUN RAJA SEKAR R M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ID       : 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rameshshanmu04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monikaramesh846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b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midunrajasekarrm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b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08440-A9CF-45B1-89AA-D2D21D6BB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548640"/>
            <a:ext cx="8825658" cy="972152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 - SQL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0515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6236-2629-4B11-B457-EEB0ACCC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025E4-8593-4C34-8483-66A1EAC9A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name, last name, and gender of patients who's gender is 'M'</a:t>
            </a:r>
          </a:p>
          <a:p>
            <a:pPr marL="0" indent="0">
              <a:buNone/>
            </a:pP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gender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gender = 'M';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B2593-BF70-4ADC-8082-88B6F750E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852" y="3085658"/>
            <a:ext cx="2934109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5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38FB-3334-41A0-9205-5BB4C0F1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A164-D9FA-4710-B492-7DAE078C5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 and last name of patients who does not have allergies.</a:t>
            </a:r>
          </a:p>
          <a:p>
            <a:pPr marL="0" indent="0">
              <a:buNone/>
            </a:pP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allergies IS NULL;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C8EBF6-D431-4F96-81EA-9C93F849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540" y="2767290"/>
            <a:ext cx="2419688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9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305F-1407-486D-83CE-6A80C179F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47E81-3A50-4C90-BAA3-AF736A325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 of patients that start with the letter ‘C’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'C%';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0271F-1982-477A-B0E5-2CCE212C2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279" y="2882208"/>
            <a:ext cx="1438476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3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8266-7A3B-44DC-851E-D4591D1C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DA646-DE8D-4645-9CA7-4D394E5B6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 and last name of patients that weight within the range of 100 to 120 (inclusive)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weight BETWEEN 100 AND 120;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5669B-68DF-464E-B7BC-370007799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342" y="2983410"/>
            <a:ext cx="2191056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36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3E528-D729-4114-8A3E-3776BF36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8E3D-D372-443F-AC83-394178AE7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 and last name concatenated into one column to show their full name.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CONCAT(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 ',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8DC581-6023-4E7D-9345-36F8A662A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498" y="3215527"/>
            <a:ext cx="2100892" cy="28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1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4910-604F-4D39-A3C7-5951508D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BBBE2-A289-41B7-8AEA-243E8D9A6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  <a:ea typeface="Book Antiqua" panose="0204060205030503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Book Antiqua" panose="02040602050305030304" pitchFamily="18" charset="0"/>
                <a:cs typeface="Times New Roman" panose="02020603050405020304" pitchFamily="18" charset="0"/>
              </a:rPr>
              <a:t>Show first name, last name, and the full province name of each patient.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n.province_name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 AS p LEFT JOIN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province_names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p.province_id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n.province_id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BF426-3209-4A34-A287-8FA74C9FC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113" y="3006812"/>
            <a:ext cx="3179628" cy="250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8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DAE25-14D6-4E6B-A3DF-4CF413A0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58AE3-C0D4-4ADD-87B6-9F8AD242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how many patients have a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2010 as the birth year.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total_patients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YEAR(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2010;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112C8-3D58-4561-AE58-B5EF18B7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985" y="3502868"/>
            <a:ext cx="2066646" cy="92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79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B889-5301-4FB2-9DAB-A5836FB6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158C7-B601-4411-B91E-D417DB77C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 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height of the patient with the greatest height.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height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 ORDER BY height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 LIMIT 1;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7FDEE-8333-4F25-A524-4AAAF6A05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649" y="3118553"/>
            <a:ext cx="3049236" cy="103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23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459D-093A-4471-9828-AC457D0E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9407D-F713-4124-84E3-C735C310C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97" y="2194560"/>
            <a:ext cx="11267303" cy="402412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columns for patients who have one of the following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patient_ids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1,45,534,879,1000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SELECT *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(1, 45, 534, 879, 1000);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0869E-C980-45EA-BD96-9E3770986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08" y="4502730"/>
            <a:ext cx="9621593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6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A049-421C-4167-B5F9-45FD312E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07298-2790-421D-83CD-762FDFA3B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total number of admissions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total_admissions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admissions;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95C916-8C5A-4064-A522-D25413CAA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344" y="3400719"/>
            <a:ext cx="2332287" cy="11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72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CC78-E05F-4CA3-8D5E-3D22DEDE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2E472-D1DD-479B-A432-95AEDB6B4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columns from admissions where the patient was admitted and discharged on the same day.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admissions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DATE(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DATE(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discharge_date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CA80E-5D67-4837-84EC-007B9D871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96" y="4515627"/>
            <a:ext cx="9288171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35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4C909-FD9B-400A-9DD2-982EE4EF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BEDE2-124D-4531-84D0-FC16D47A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total number of admissions for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579.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total_admissions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admissions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579;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80EBF3-A3FD-4EB8-8092-6C21CC992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659" y="3139126"/>
            <a:ext cx="2600703" cy="120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1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EC18-275C-4C6F-9796-3AF8DC12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37FD2-9846-4B7D-B5A9-2571F438C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514" y="2194560"/>
            <a:ext cx="11176686" cy="402412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cities that our patients live in, show unique cities that are in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'NS’?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city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'NS';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BD16A-D42E-4E41-B3A1-6B3A4957A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580" y="3378455"/>
            <a:ext cx="2836871" cy="154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27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6F38-C3CA-436B-AF2E-70ADCD8B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93633-F05A-4812-B02F-6A5CBE1FE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find the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last name and birth date of patients who have height more than 160 and weight more than 70</a:t>
            </a:r>
          </a:p>
          <a:p>
            <a:pPr algn="ctr"/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height &gt; 160 AND weight &gt; 70;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5C222-3B58-45C5-9AB6-DC212B36B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251" y="3167396"/>
            <a:ext cx="3515216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75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3B5B-ABDC-4235-99E7-0CAF2FAB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DA242-F3EE-4494-981E-FC48C269D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 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unique birth years from patients and order them by ascending.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DISTINCT YEAR(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birth_year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birth_year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491A2-D8E7-41A3-AA1A-DEB7E5280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092" y="3671879"/>
            <a:ext cx="3696216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08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11DC-79F3-430B-A2F8-B084647D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E748-501F-4214-9AC8-F1A369F1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unique first names from the patients table which only occurs once in the list.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COUNT(*)=1;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FFB3B-F1D8-46B5-B83F-26344E67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520" y="2505404"/>
            <a:ext cx="1478735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86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7F1B-AE41-495A-826D-0EB9F5AC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185A7-9351-477D-8190-8470362EC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patients where their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 and ends with 's' and is at least 6 characters long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's%' AND LOWER(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LIKE '%s’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CHAR_LENGTH(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&gt;= 6;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A494DA-9ACE-4D16-B553-37D4C6689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74" y="3132906"/>
            <a:ext cx="2295845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80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66A8-1EA2-4849-AB9C-FC71B31A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F5C27-2331-4352-9189-701003F6C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Show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patient_id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last_name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from patients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whos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diagnosis is 'Dementia'.   Primary diagnosis is stored in the admissions table.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DISTICNT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p.patient_id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p.last_name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 p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admissions 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p.patient_id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a.patient_id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a.diagnosis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'Dementia';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57A494-6F91-4C5E-803D-5468ABF14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560" y="3093758"/>
            <a:ext cx="3324689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FC301-DE9A-4B7E-9BD9-BE776721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A393D-D1A3-4B27-A7D3-2F1DBCAF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every patient's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Order the list by the length of each name and then by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alphbetically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CHAR_LENGTH(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223422-CA39-44F1-8F46-593F5B5A3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122" y="2801429"/>
            <a:ext cx="1714739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31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2031-A61F-408D-9F1E-C524A6EDD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F926F-AA26-45FC-BE85-6DAC520BD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926049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total amount of male patients and the total amount of female patients in the patients table. Display the two results in the same row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SUM(CASE WHEN gender = 'M' THEN 1 ELSE 0 END)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male_count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SUM(CASE WHEN gender = 'F' THEN 1 ELSE 0 END)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female_count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patients;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67A9B-612F-44C5-AE3F-3B5050FF8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946" y="5222449"/>
            <a:ext cx="2476846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81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8B56-C874-4E5B-8288-30612389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6BDC7-EE9C-4AA0-822D-6C840F002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274841" cy="419548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diagnosis from admissions. Find patients admitted multiple times for the same diagnosis.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diagnosis,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COUNT(*)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times_admitted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admissions 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diagnosis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 &gt; 1;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F73D39-263C-4D7D-992F-17533EA6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157" y="3602996"/>
            <a:ext cx="435353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95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FC66-A90F-40EF-90C9-0AC25BC9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09328-7439-41EE-856F-3676A8338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city and the total number of patients in the city. Order from most to least patients and then by city name ascending.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city, COUNT(*)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total_patients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city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total_patients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DESC, city ASC;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D94F2-3B0C-4CD5-AA70-400766C8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520" y="3026551"/>
            <a:ext cx="2543530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86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C5C9-D54F-4FD7-8E6A-94F9EBA2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C8059-BC78-41E3-B187-B5FB5C7F7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614206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name, last name and role of every person that is either patient or doctor.    The roles are either "Patient" or "Doctor"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'Patient' AS role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ALL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'Doctor' AS role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doctors;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A5C89-717B-4257-9015-0D53E5BD7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377" y="2994697"/>
            <a:ext cx="2734057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75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C5BA4-49A5-4DAC-96E4-16544BFC5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15011"/>
            <a:ext cx="9404723" cy="1400530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B8FB8-D5C2-46B6-86C4-6B6E8381F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allergies ordered by popularity. Remove NULL values from query.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allergies, COUNT(*) AS occurrences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 WHERE allergies IS NOT NULL AND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TRIM(allergies) &lt;&gt; ‘' GROUP BY allergies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occurrences DESC;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C2113C-4588-4BA0-82CA-5F77DF82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94" y="3006397"/>
            <a:ext cx="2669852" cy="277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40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D908-1B72-4DAC-B7E6-FC6EA4FB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A7952-7854-497B-AF4F-D5C67F2F9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patient's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were born in the 1970s decade. Sort the list starting from the earliest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'1970-01-01' AND '1979-12-31’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59E44-81BB-46C0-B8CD-0AEA1A52B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722" y="3429000"/>
            <a:ext cx="3267531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61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2D2D-5EDE-45AC-9B38-8AC1270A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5D97F-D123-44E8-ADEA-108400ED7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want to display each patient's full name in a single column. Their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all upper letters must appear first, then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all lower case letters. Separate the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a comma. Order the list by the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decending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    EX: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SMITH,jane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CONCAT(UPPER(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 ‘,’   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LOWER(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DESC;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F9E3D-810A-42AF-A337-A2E975823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793" y="3676290"/>
            <a:ext cx="2210108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173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260C-5D87-4320-847F-381C776A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783-8696-4003-AF2D-4C1F208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</a:t>
            </a:r>
            <a:r>
              <a:rPr lang="en-US" sz="2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r>
              <a:rPr lang="en-US" sz="2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(s), sum of height; where the total sum of its patient's height is greater than or equal to 7,000.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SUM(height) AS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sum_of_height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 </a:t>
            </a:r>
          </a:p>
          <a:p>
            <a:pPr marL="0" indent="0">
              <a:buNone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 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SUM(height) &gt;= 7000;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F051A9-1AB6-4062-B099-86A5F3124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41" y="3429000"/>
            <a:ext cx="2753109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18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5597-AC68-48B8-B61B-4FB13976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B914D-9D6A-4577-A2F6-36A58331A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difference between the largest weight and smallest weight for patients with the last name 'Maroni’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MAX(weight) - MIN(weight) AS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weight_difference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=‘Maroni’ ;</a:t>
            </a:r>
            <a:b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F126B-FEF7-480A-A470-6B92081AE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17" y="3787488"/>
            <a:ext cx="2267266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37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1B3A-6F96-4120-9958-C0E16446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C8F68-DBFA-4A92-AACF-25312CF82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633818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of the days of the month (1-31) and how many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admission_dates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occurred on that day. Sort by the day with most admissions to least admissions.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day_of_month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COUNT(*)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total_admissions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admissions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DAY(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total_admissions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8DA7E6-C490-45CF-B24A-C9EAE27D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924" y="3249424"/>
            <a:ext cx="2953162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71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2D30-07FD-44F5-9A90-2B8E9564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20396-60B6-498B-9F5C-9BB5311A5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of the patients grouped into weight groups. Show the total amount of patients in each weight group. Order the list by the weight group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decending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e.g. if they weight 100 to 109 they are placed in the 100 weight group, 110-119 = 110 weight group, etc.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(FLOOR(weight / 10) * 10) AS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weight_group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COUNT(*)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total_patients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weight_group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weight_group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4C243-F834-45D5-92FC-BDAC655D4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540" y="3538610"/>
            <a:ext cx="2848373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0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9994-896C-4154-8ED8-B930F471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1739F-F14C-4BA9-B834-BF3FE4181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783888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weight, height,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isObese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patients table. Display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isObese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or 1. Obese is defined as weight(kg)/(height(m). Weight is in units kg. Height is in units cm.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weight,  height,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weight / POW(height / 100.0, 2) &gt;= 30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1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0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isObese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F878D-2956-4B63-8D54-414234865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700" y="3039288"/>
            <a:ext cx="331516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61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AC22-C620-4332-99CB-6706E2AF7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9649"/>
            <a:ext cx="8610600" cy="1117962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E98ED-DD15-4B79-8507-00A7EE116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59" y="1611984"/>
            <a:ext cx="11332887" cy="51348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28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attending doctor's specialty. Show only the patients who has a diagnosis as 'Epilepsy' and the doctor's first name is 'Lisa'. Check patients, admissions, and doctors tables for required information.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p.last_name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d.specialty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 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admissions a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a.patient_id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doctors 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a.attending_doctor_id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d.doctor_id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a.diagnosis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'Epilepsy'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'Lisa';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B9251-6E02-4A42-9A11-68F6725B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75" y="3204519"/>
            <a:ext cx="5382376" cy="138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580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5F3993-71EB-46C8-B7CE-B2E9B80C3D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0667" y="1449861"/>
            <a:ext cx="8330666" cy="4686000"/>
          </a:xfrm>
        </p:spPr>
      </p:pic>
    </p:spTree>
    <p:extLst>
      <p:ext uri="{BB962C8B-B14F-4D97-AF65-F5344CB8AC3E}">
        <p14:creationId xmlns:p14="http://schemas.microsoft.com/office/powerpoint/2010/main" val="429471871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381</TotalTime>
  <Words>1824</Words>
  <Application>Microsoft Office PowerPoint</Application>
  <PresentationFormat>Widescreen</PresentationFormat>
  <Paragraphs>220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Book Antiqua</vt:lpstr>
      <vt:lpstr>Century Gothic</vt:lpstr>
      <vt:lpstr>Times New Roman</vt:lpstr>
      <vt:lpstr>Vapor Trail</vt:lpstr>
      <vt:lpstr>TEAM ID         :  PTID-CDA-NOV-25-893 PROJECT ID  :  PRSQ-01 NAME              :  RAMESH KUMAR V                              MONIKA RAMESH                               MIDUN RAJA SEKAR R M  EMAIL ID       :  rameshshanmu04@gmail.com                              monikaramesh846@gmail.com                              midunrajasekarrm@gmail.com </vt:lpstr>
      <vt:lpstr>Medical Data History  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Medical Data History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Rameshkumar</cp:lastModifiedBy>
  <cp:revision>38</cp:revision>
  <dcterms:created xsi:type="dcterms:W3CDTF">2025-12-03T10:21:54Z</dcterms:created>
  <dcterms:modified xsi:type="dcterms:W3CDTF">2025-12-15T10:52:57Z</dcterms:modified>
</cp:coreProperties>
</file>